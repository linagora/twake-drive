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sur le calendrier.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Lancement de Twake Drive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Comité de direction, 3 novembre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Nouveautés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 partage de fichier est entierement refait, avec des lien protégé par mot de passe</a:t>
            </a:r>
          </a:p>
          <a:p>
            <a:r>
              <a:t>La recherche affiche les résultats en moins d'une seconde</a:t>
            </a:r>
          </a:p>
          <a:p>
            <a:r>
              <a:t>Un assistant d'écriture corrige, résume et traduit le texte sélectionné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Calendrier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Octobre</a:t>
            </a:r>
          </a:p>
          <a:p>
            <a:r>
              <a:t>Les clients pilote migre la semaine du 20 octobre.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6459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Novembre</a:t>
            </a:r>
          </a:p>
          <a:p>
            <a:r>
              <a:t>Les autre client suivrons a partir du 3 novembre, sans interruption de service.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Prochaines étapes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Former les équipes support</a:t>
            </a:r>
          </a:p>
          <a:p>
            <a:r>
              <a:t>Publier la documentation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